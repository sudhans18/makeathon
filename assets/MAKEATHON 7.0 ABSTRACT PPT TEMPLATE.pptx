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6858000" cy="9144000"/>
  <p:embeddedFontLst>
    <p:embeddedFont>
      <p:font typeface="Poppins Bold" charset="1" panose="00000800000000000000"/>
      <p:regular r:id="rId16"/>
    </p:embeddedFont>
    <p:embeddedFont>
      <p:font typeface="Poppins Medium" charset="1" panose="00000600000000000000"/>
      <p:regular r:id="rId17"/>
    </p:embeddedFont>
    <p:embeddedFont>
      <p:font typeface="Poppins" charset="1" panose="00000500000000000000"/>
      <p:regular r:id="rId18"/>
    </p:embeddedFont>
    <p:embeddedFont>
      <p:font typeface="Arimo" charset="1" panose="020B0604020202020204"/>
      <p:regular r:id="rId19"/>
    </p:embeddedFont>
    <p:embeddedFont>
      <p:font typeface="Canva Sans Bold" charset="1" panose="020B0803030501040103"/>
      <p:regular r:id="rId20"/>
    </p:embeddedFont>
    <p:embeddedFont>
      <p:font typeface="Arvo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https://make-a-thon-7.in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260750"/>
            <a:ext cx="9144000" cy="5188858"/>
            <a:chOff x="0" y="0"/>
            <a:chExt cx="12192000" cy="6918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4024312"/>
            </a:xfrm>
            <a:custGeom>
              <a:avLst/>
              <a:gdLst/>
              <a:ahLst/>
              <a:cxnLst/>
              <a:rect r="r" b="b" t="t" l="l"/>
              <a:pathLst>
                <a:path h="402431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024312"/>
                  </a:lnTo>
                  <a:lnTo>
                    <a:pt x="0" y="4024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126713" y="268417"/>
              <a:ext cx="7938575" cy="3264739"/>
            </a:xfrm>
            <a:custGeom>
              <a:avLst/>
              <a:gdLst/>
              <a:ahLst/>
              <a:cxnLst/>
              <a:rect r="r" b="b" t="t" l="l"/>
              <a:pathLst>
                <a:path h="3264739" w="7938575">
                  <a:moveTo>
                    <a:pt x="0" y="0"/>
                  </a:moveTo>
                  <a:lnTo>
                    <a:pt x="7938574" y="0"/>
                  </a:lnTo>
                  <a:lnTo>
                    <a:pt x="7938574" y="3264739"/>
                  </a:lnTo>
                  <a:lnTo>
                    <a:pt x="0" y="3264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320976" y="4347311"/>
              <a:ext cx="1984604" cy="527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26"/>
                </a:lnSpc>
              </a:pPr>
              <a:r>
                <a:rPr lang="en-US" b="true" sz="17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 :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929862"/>
              <a:ext cx="12192000" cy="427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87"/>
                </a:lnSpc>
                <a:spcBef>
                  <a:spcPct val="0"/>
                </a:spcBef>
              </a:pPr>
              <a:r>
                <a:rPr lang="en-US" b="true" sz="191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Innovate. Elevate. Collaborate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20976" y="4866471"/>
              <a:ext cx="4285185" cy="205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04"/>
                </a:lnSpc>
              </a:pPr>
              <a:r>
                <a:rPr lang="en-US" b="true" sz="1518">
                  <a:solidFill>
                    <a:srgbClr val="20272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</a:t>
              </a:r>
              <a:r>
                <a:rPr lang="en-US" b="true" sz="1518">
                  <a:solidFill>
                    <a:srgbClr val="20272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ategory : Hardware / Software</a:t>
              </a:r>
            </a:p>
            <a:p>
              <a:pPr algn="just">
                <a:lnSpc>
                  <a:spcPts val="3204"/>
                </a:lnSpc>
              </a:pPr>
              <a:r>
                <a:rPr lang="en-US" b="true" sz="1518">
                  <a:solidFill>
                    <a:srgbClr val="20272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Problem Statement ID :</a:t>
              </a:r>
            </a:p>
            <a:p>
              <a:pPr algn="just">
                <a:lnSpc>
                  <a:spcPts val="3204"/>
                </a:lnSpc>
              </a:pPr>
              <a:r>
                <a:rPr lang="en-US" b="true" sz="1518">
                  <a:solidFill>
                    <a:srgbClr val="20272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Domain : </a:t>
              </a:r>
            </a:p>
            <a:p>
              <a:pPr algn="just">
                <a:lnSpc>
                  <a:spcPts val="3204"/>
                </a:lnSpc>
              </a:pPr>
              <a:r>
                <a:rPr lang="en-US" b="true" sz="1518">
                  <a:solidFill>
                    <a:srgbClr val="20272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Problem Statement Title :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8202" y="681076"/>
            <a:ext cx="8647595" cy="4728477"/>
            <a:chOff x="0" y="0"/>
            <a:chExt cx="11530127" cy="63046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30127" cy="6304636"/>
            </a:xfrm>
            <a:custGeom>
              <a:avLst/>
              <a:gdLst/>
              <a:ahLst/>
              <a:cxnLst/>
              <a:rect r="r" b="b" t="t" l="l"/>
              <a:pathLst>
                <a:path h="6304636" w="11530127">
                  <a:moveTo>
                    <a:pt x="0" y="0"/>
                  </a:moveTo>
                  <a:lnTo>
                    <a:pt x="11530127" y="0"/>
                  </a:lnTo>
                  <a:lnTo>
                    <a:pt x="11530127" y="6304636"/>
                  </a:lnTo>
                  <a:lnTo>
                    <a:pt x="0" y="6304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6873" t="0" r="-6873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98958" y="256464"/>
              <a:ext cx="7776248" cy="373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b="true" sz="162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</a:t>
              </a:r>
              <a:r>
                <a:rPr lang="en-US" b="true" sz="162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OBLEM STATEMENT BREAKDOWN &amp; CORE PAIN POINTS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202" y="681076"/>
            <a:ext cx="8647595" cy="4156977"/>
          </a:xfrm>
          <a:custGeom>
            <a:avLst/>
            <a:gdLst/>
            <a:ahLst/>
            <a:cxnLst/>
            <a:rect r="r" b="b" t="t" l="l"/>
            <a:pathLst>
              <a:path h="4156977" w="8647595">
                <a:moveTo>
                  <a:pt x="0" y="0"/>
                </a:moveTo>
                <a:lnTo>
                  <a:pt x="8647596" y="0"/>
                </a:lnTo>
                <a:lnTo>
                  <a:pt x="8647596" y="4156976"/>
                </a:lnTo>
                <a:lnTo>
                  <a:pt x="0" y="415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421" y="861517"/>
            <a:ext cx="4603441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OLUTION &amp; WORKFLOW / BLOCK DIAGRAM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202" y="681076"/>
            <a:ext cx="8647595" cy="4156977"/>
          </a:xfrm>
          <a:custGeom>
            <a:avLst/>
            <a:gdLst/>
            <a:ahLst/>
            <a:cxnLst/>
            <a:rect r="r" b="b" t="t" l="l"/>
            <a:pathLst>
              <a:path h="4156977" w="8647595">
                <a:moveTo>
                  <a:pt x="0" y="0"/>
                </a:moveTo>
                <a:lnTo>
                  <a:pt x="8647596" y="0"/>
                </a:lnTo>
                <a:lnTo>
                  <a:pt x="8647596" y="4156976"/>
                </a:lnTo>
                <a:lnTo>
                  <a:pt x="0" y="415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421" y="861517"/>
            <a:ext cx="5236885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 ARCHITECTURE AND SYSTEM DESIGN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202" y="681076"/>
            <a:ext cx="8647595" cy="4156977"/>
          </a:xfrm>
          <a:custGeom>
            <a:avLst/>
            <a:gdLst/>
            <a:ahLst/>
            <a:cxnLst/>
            <a:rect r="r" b="b" t="t" l="l"/>
            <a:pathLst>
              <a:path h="4156977" w="8647595">
                <a:moveTo>
                  <a:pt x="0" y="0"/>
                </a:moveTo>
                <a:lnTo>
                  <a:pt x="8647596" y="0"/>
                </a:lnTo>
                <a:lnTo>
                  <a:pt x="8647596" y="4156976"/>
                </a:lnTo>
                <a:lnTo>
                  <a:pt x="0" y="415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421" y="861517"/>
            <a:ext cx="4146777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FEASIBILITY AND UNIQUE SELLING P</a:t>
            </a: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OINTS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202" y="681076"/>
            <a:ext cx="8647595" cy="4156977"/>
          </a:xfrm>
          <a:custGeom>
            <a:avLst/>
            <a:gdLst/>
            <a:ahLst/>
            <a:cxnLst/>
            <a:rect r="r" b="b" t="t" l="l"/>
            <a:pathLst>
              <a:path h="4156977" w="8647595">
                <a:moveTo>
                  <a:pt x="0" y="0"/>
                </a:moveTo>
                <a:lnTo>
                  <a:pt x="8647596" y="0"/>
                </a:lnTo>
                <a:lnTo>
                  <a:pt x="8647596" y="4156976"/>
                </a:lnTo>
                <a:lnTo>
                  <a:pt x="0" y="415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421" y="861517"/>
            <a:ext cx="3858731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STUDY AND BUSINESS M</a:t>
            </a: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ODEL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202" y="681076"/>
            <a:ext cx="8647595" cy="4156977"/>
          </a:xfrm>
          <a:custGeom>
            <a:avLst/>
            <a:gdLst/>
            <a:ahLst/>
            <a:cxnLst/>
            <a:rect r="r" b="b" t="t" l="l"/>
            <a:pathLst>
              <a:path h="4156977" w="8647595">
                <a:moveTo>
                  <a:pt x="0" y="0"/>
                </a:moveTo>
                <a:lnTo>
                  <a:pt x="8647596" y="0"/>
                </a:lnTo>
                <a:lnTo>
                  <a:pt x="8647596" y="4156976"/>
                </a:lnTo>
                <a:lnTo>
                  <a:pt x="0" y="415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421" y="861517"/>
            <a:ext cx="8516640" cy="82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ADDITIONAL SLIDE </a:t>
            </a:r>
          </a:p>
          <a:p>
            <a:pPr algn="l">
              <a:lnSpc>
                <a:spcPts val="2268"/>
              </a:lnSpc>
            </a:pPr>
          </a:p>
          <a:p>
            <a:pPr algn="l">
              <a:lnSpc>
                <a:spcPts val="1988"/>
              </a:lnSpc>
            </a:pPr>
            <a:r>
              <a:rPr lang="en-US" sz="14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(you can add any other info or use this extra slide to elaboarte any above given sub headings)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202" y="681076"/>
            <a:ext cx="8647595" cy="4156977"/>
          </a:xfrm>
          <a:custGeom>
            <a:avLst/>
            <a:gdLst/>
            <a:ahLst/>
            <a:cxnLst/>
            <a:rect r="r" b="b" t="t" l="l"/>
            <a:pathLst>
              <a:path h="4156977" w="8647595">
                <a:moveTo>
                  <a:pt x="0" y="0"/>
                </a:moveTo>
                <a:lnTo>
                  <a:pt x="8647596" y="0"/>
                </a:lnTo>
                <a:lnTo>
                  <a:pt x="8647596" y="4156976"/>
                </a:lnTo>
                <a:lnTo>
                  <a:pt x="0" y="415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421" y="861517"/>
            <a:ext cx="3611563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FINDINGS &amp; REFERENCES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202" y="681076"/>
            <a:ext cx="8647595" cy="4156977"/>
          </a:xfrm>
          <a:custGeom>
            <a:avLst/>
            <a:gdLst/>
            <a:ahLst/>
            <a:cxnLst/>
            <a:rect r="r" b="b" t="t" l="l"/>
            <a:pathLst>
              <a:path h="4156977" w="8647595">
                <a:moveTo>
                  <a:pt x="0" y="0"/>
                </a:moveTo>
                <a:lnTo>
                  <a:pt x="8647596" y="0"/>
                </a:lnTo>
                <a:lnTo>
                  <a:pt x="8647596" y="4156976"/>
                </a:lnTo>
                <a:lnTo>
                  <a:pt x="0" y="415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8175" y="775792"/>
            <a:ext cx="1436489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DETAILS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44201" y="1330074"/>
          <a:ext cx="7855599" cy="3299076"/>
        </p:xfrm>
        <a:graphic>
          <a:graphicData uri="http://schemas.openxmlformats.org/drawingml/2006/table">
            <a:tbl>
              <a:tblPr/>
              <a:tblGrid>
                <a:gridCol w="1783281"/>
                <a:gridCol w="2570541"/>
                <a:gridCol w="1860567"/>
                <a:gridCol w="1641210"/>
              </a:tblGrid>
              <a:tr h="401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9"/>
                        </a:lnSpc>
                        <a:defRPr/>
                      </a:pPr>
                      <a:r>
                        <a:rPr lang="en-US" sz="18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Name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9"/>
                        </a:lnSpc>
                        <a:defRPr/>
                      </a:pPr>
                      <a:r>
                        <a:rPr lang="en-US" sz="18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College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9"/>
                        </a:lnSpc>
                        <a:defRPr/>
                      </a:pPr>
                      <a:r>
                        <a:rPr lang="en-US" sz="18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Year of Study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9"/>
                        </a:lnSpc>
                        <a:defRPr/>
                      </a:pPr>
                      <a:r>
                        <a:rPr lang="en-US" sz="18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Department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31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6696" y="404284"/>
            <a:ext cx="4950608" cy="1626924"/>
          </a:xfrm>
          <a:custGeom>
            <a:avLst/>
            <a:gdLst/>
            <a:ahLst/>
            <a:cxnLst/>
            <a:rect r="r" b="b" t="t" l="l"/>
            <a:pathLst>
              <a:path h="1626924" w="4950608">
                <a:moveTo>
                  <a:pt x="0" y="0"/>
                </a:moveTo>
                <a:lnTo>
                  <a:pt x="4950608" y="0"/>
                </a:lnTo>
                <a:lnTo>
                  <a:pt x="4950608" y="1626924"/>
                </a:lnTo>
                <a:lnTo>
                  <a:pt x="0" y="1626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14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94731" y="1617696"/>
            <a:ext cx="3829345" cy="30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  <a:spcBef>
                <a:spcPct val="0"/>
              </a:spcBef>
            </a:pPr>
            <a:r>
              <a:rPr lang="en-US" b="true" sz="17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Innovate. Elevate. Collaborate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0373" y="2524125"/>
            <a:ext cx="243264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Contact Details :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509404" y="4509404"/>
            <a:ext cx="410972" cy="410972"/>
          </a:xfrm>
          <a:custGeom>
            <a:avLst/>
            <a:gdLst/>
            <a:ahLst/>
            <a:cxnLst/>
            <a:rect r="r" b="b" t="t" l="l"/>
            <a:pathLst>
              <a:path h="410972" w="410972">
                <a:moveTo>
                  <a:pt x="0" y="0"/>
                </a:moveTo>
                <a:lnTo>
                  <a:pt x="410972" y="0"/>
                </a:lnTo>
                <a:lnTo>
                  <a:pt x="410972" y="410972"/>
                </a:lnTo>
                <a:lnTo>
                  <a:pt x="0" y="410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02620" y="4373627"/>
            <a:ext cx="888481" cy="23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32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eceasvce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02620" y="4591050"/>
            <a:ext cx="1029400" cy="23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32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ietesf_svce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02620" y="4805454"/>
            <a:ext cx="1029400" cy="23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32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race_svce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41251" y="2478011"/>
            <a:ext cx="3812106" cy="1416684"/>
            <a:chOff x="0" y="0"/>
            <a:chExt cx="5082808" cy="188891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4524421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Lohith Ashwa S      : 97910 10503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22673"/>
              <a:ext cx="4253068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Muhilan S                 : 77081 75457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83446"/>
              <a:ext cx="4524421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Vinayagamurthi E : 96267 24456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6058" y="807720"/>
              <a:ext cx="4509917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</a:pPr>
              <a:r>
                <a:rPr lang="en-US" sz="1300" spc="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Sudhan S                 : 63746 33390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6058" y="1068493"/>
              <a:ext cx="4348867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Srivatsan S P          : 70101 49756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6058" y="1329266"/>
              <a:ext cx="5046751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</a:pPr>
              <a:r>
                <a:rPr lang="en-US" sz="1300" spc="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Rithvik R                  : 63693 31447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6058" y="1590039"/>
              <a:ext cx="4256004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Shriram Kumar V  : 99945 81889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277213" y="4530776"/>
            <a:ext cx="312778" cy="312778"/>
          </a:xfrm>
          <a:custGeom>
            <a:avLst/>
            <a:gdLst/>
            <a:ahLst/>
            <a:cxnLst/>
            <a:rect r="r" b="b" t="t" l="l"/>
            <a:pathLst>
              <a:path h="312778" w="312778">
                <a:moveTo>
                  <a:pt x="0" y="0"/>
                </a:moveTo>
                <a:lnTo>
                  <a:pt x="312778" y="0"/>
                </a:lnTo>
                <a:lnTo>
                  <a:pt x="312778" y="312778"/>
                </a:lnTo>
                <a:lnTo>
                  <a:pt x="0" y="312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424077" y="4552553"/>
            <a:ext cx="2679290" cy="24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u="sng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  <a:hlinkClick r:id="rId8" tooltip="https://make-a-thon-7.in"/>
              </a:rPr>
              <a:t>https://make-a-thon-7.in/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DAHE46uw31E</dc:identifier>
  <dcterms:modified xsi:type="dcterms:W3CDTF">2011-08-01T06:04:30Z</dcterms:modified>
  <cp:revision>1</cp:revision>
  <dc:title>FINAL MAKEATHON 7.0 ABSTRACT PPT TEMPLATE</dc:title>
</cp:coreProperties>
</file>